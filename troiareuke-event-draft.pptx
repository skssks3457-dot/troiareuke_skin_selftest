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0" r:id="rId5"/>
    <p:sldId id="261" r:id="rId6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1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0D02"/>
    <a:srgbClr val="F2ECE7"/>
    <a:srgbClr val="FDF3DA"/>
    <a:srgbClr val="000000"/>
    <a:srgbClr val="1C0C03"/>
    <a:srgbClr val="3C270D"/>
    <a:srgbClr val="D0CDC3"/>
    <a:srgbClr val="898173"/>
    <a:srgbClr val="C5C3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4722" y="126"/>
      </p:cViewPr>
      <p:guideLst>
        <p:guide orient="horz" pos="3817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7EC08-E284-4C2D-B45D-8D028A2A9C6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5DF02-7981-448E-A490-5E398F183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12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7EC08-E284-4C2D-B45D-8D028A2A9C6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5DF02-7981-448E-A490-5E398F183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045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7EC08-E284-4C2D-B45D-8D028A2A9C6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5DF02-7981-448E-A490-5E398F183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99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7EC08-E284-4C2D-B45D-8D028A2A9C6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5DF02-7981-448E-A490-5E398F183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665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7EC08-E284-4C2D-B45D-8D028A2A9C6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5DF02-7981-448E-A490-5E398F183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905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7EC08-E284-4C2D-B45D-8D028A2A9C6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5DF02-7981-448E-A490-5E398F183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9783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7EC08-E284-4C2D-B45D-8D028A2A9C6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5DF02-7981-448E-A490-5E398F183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216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7EC08-E284-4C2D-B45D-8D028A2A9C6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5DF02-7981-448E-A490-5E398F183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744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7EC08-E284-4C2D-B45D-8D028A2A9C6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5DF02-7981-448E-A490-5E398F183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824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7EC08-E284-4C2D-B45D-8D028A2A9C6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5DF02-7981-448E-A490-5E398F183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218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7EC08-E284-4C2D-B45D-8D028A2A9C6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5DF02-7981-448E-A490-5E398F183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194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47EC08-E284-4C2D-B45D-8D028A2A9C61}" type="datetimeFigureOut">
              <a:rPr lang="ko-KR" altLang="en-US" smtClean="0"/>
              <a:t>2026-04-07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5DF02-7981-448E-A490-5E398F183E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10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51802-B1B9-4884-C698-003E2F949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285046"/>
            <a:ext cx="5829300" cy="4244622"/>
          </a:xfrm>
        </p:spPr>
        <p:txBody>
          <a:bodyPr/>
          <a:lstStyle/>
          <a:p>
            <a:r>
              <a:rPr lang="ko-KR" altLang="en-US" dirty="0"/>
              <a:t>신상품 출시 이벤트</a:t>
            </a:r>
            <a:br>
              <a:rPr lang="en-US" altLang="ko-KR" dirty="0"/>
            </a:br>
            <a:r>
              <a:rPr lang="ko-KR" altLang="en-US" dirty="0"/>
              <a:t>이미지 제작 요청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BEDAB2-847C-CB6E-1926-848173A28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693357"/>
            <a:ext cx="5143500" cy="2943577"/>
          </a:xfrm>
        </p:spPr>
        <p:txBody>
          <a:bodyPr>
            <a:noAutofit/>
          </a:bodyPr>
          <a:lstStyle/>
          <a:p>
            <a:pPr marL="342900" indent="-342900">
              <a:buAutoNum type="arabicPeriod"/>
            </a:pPr>
            <a:r>
              <a:rPr lang="ko-KR" altLang="en-US" sz="1600" b="1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작업 사이즈</a:t>
            </a:r>
            <a:endParaRPr lang="en-US" altLang="ko-KR" sz="1600" b="1" spc="-213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썸네일 </a:t>
            </a:r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860X860(</a:t>
            </a:r>
            <a:r>
              <a:rPr lang="en-US" altLang="ko-KR" sz="1600" spc="-213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px</a:t>
            </a:r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썸네일 </a:t>
            </a:r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860X860  off</a:t>
            </a:r>
            <a:r>
              <a:rPr lang="ko-KR" altLang="en-US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페이지</a:t>
            </a:r>
            <a:r>
              <a:rPr lang="en-US" altLang="ko-KR" sz="1600" dirty="0"/>
              <a:t>(</a:t>
            </a:r>
            <a:r>
              <a:rPr lang="en-US" altLang="ko-KR" sz="1600" dirty="0" err="1"/>
              <a:t>px</a:t>
            </a:r>
            <a:r>
              <a:rPr lang="en-US" altLang="ko-KR" sz="1600" dirty="0"/>
              <a:t>)</a:t>
            </a:r>
            <a:endParaRPr lang="en-US" altLang="ko-KR" sz="1600" spc="-213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b="1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</a:t>
            </a:r>
            <a:r>
              <a:rPr lang="ko-KR" altLang="en-US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상세 랜딩 페이지 </a:t>
            </a:r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800x</a:t>
            </a:r>
            <a:r>
              <a:rPr lang="ko-KR" altLang="en-US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자유</a:t>
            </a:r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600" spc="-213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px</a:t>
            </a:r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en-US" altLang="ko-KR" sz="1600" spc="-213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600" dirty="0"/>
              <a:t>-</a:t>
            </a:r>
            <a:r>
              <a:rPr lang="ko-KR" altLang="en-US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카톡 푸시 이미지 </a:t>
            </a:r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600X800(</a:t>
            </a:r>
            <a:r>
              <a:rPr lang="en-US" altLang="ko-KR" sz="1600" spc="-213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px</a:t>
            </a:r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endParaRPr lang="en-US" altLang="ko-KR" sz="1600" spc="-213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600" b="1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 </a:t>
            </a:r>
            <a:r>
              <a:rPr lang="ko-KR" altLang="en-US" sz="1600" b="1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텍스트 스타일</a:t>
            </a:r>
            <a:b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- </a:t>
            </a:r>
            <a:r>
              <a:rPr lang="ko-KR" altLang="en-US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자간 </a:t>
            </a:r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-20/-40/-60 / </a:t>
            </a:r>
            <a:r>
              <a:rPr lang="ko-KR" altLang="en-US" sz="1600" spc="-213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장평</a:t>
            </a:r>
            <a:r>
              <a:rPr lang="ko-KR" altLang="en-US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98% </a:t>
            </a:r>
            <a:b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-</a:t>
            </a:r>
          </a:p>
          <a:p>
            <a:pPr>
              <a:lnSpc>
                <a:spcPct val="120000"/>
              </a:lnSpc>
            </a:pPr>
            <a:r>
              <a:rPr lang="en-US" altLang="ko-KR" sz="1600" b="1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3. </a:t>
            </a:r>
            <a:r>
              <a:rPr lang="ko-KR" altLang="en-US" sz="1600" b="1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폰트 사용 가이드</a:t>
            </a:r>
          </a:p>
          <a:p>
            <a:pPr>
              <a:lnSpc>
                <a:spcPct val="120000"/>
              </a:lnSpc>
            </a:pPr>
            <a:r>
              <a:rPr lang="ko-KR" altLang="en-US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기본 폰트</a:t>
            </a:r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600" spc="-213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프리텐다드</a:t>
            </a:r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1600" spc="-213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Pretendard</a:t>
            </a:r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 조합은 아래 중 선택</a:t>
            </a:r>
          </a:p>
          <a:p>
            <a:pPr>
              <a:lnSpc>
                <a:spcPct val="120000"/>
              </a:lnSpc>
            </a:pPr>
            <a:endParaRPr lang="ko-KR" altLang="en-US" sz="1600" spc="-213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1) Light &amp; Semibold</a:t>
            </a:r>
          </a:p>
          <a:p>
            <a:pPr>
              <a:lnSpc>
                <a:spcPct val="120000"/>
              </a:lnSpc>
            </a:pPr>
            <a:endParaRPr lang="en-US" altLang="ko-KR" sz="1600" spc="-213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600" spc="-213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2) Regular &amp; Bold</a:t>
            </a:r>
          </a:p>
          <a:p>
            <a:endParaRPr lang="en-US" altLang="ko-KR" sz="1600" dirty="0"/>
          </a:p>
          <a:p>
            <a:endParaRPr lang="ko-KR" altLang="en-US" sz="16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055959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812F1A8-3FEB-FD0C-6089-68DAB1C9C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55" y="169333"/>
            <a:ext cx="2263291" cy="118533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254265-F452-7286-4744-F37FF52A66DE}"/>
              </a:ext>
            </a:extLst>
          </p:cNvPr>
          <p:cNvSpPr txBox="1"/>
          <p:nvPr/>
        </p:nvSpPr>
        <p:spPr>
          <a:xfrm>
            <a:off x="3149600" y="1168400"/>
            <a:ext cx="327846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해당 이미지 참고해서 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제작 부탁드립니다</a:t>
            </a:r>
            <a:r>
              <a:rPr lang="en-US" altLang="ko-KR" dirty="0">
                <a:highlight>
                  <a:srgbClr val="FFFF00"/>
                </a:highlight>
              </a:rPr>
              <a:t>!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색감 비슷하게 사용해 주세요</a:t>
            </a:r>
            <a:br>
              <a:rPr lang="en-US" altLang="ko-KR" dirty="0">
                <a:highlight>
                  <a:srgbClr val="FFFF00"/>
                </a:highlight>
              </a:rPr>
            </a:br>
            <a:br>
              <a:rPr lang="en-US" altLang="ko-KR" dirty="0">
                <a:highlight>
                  <a:srgbClr val="FFFF00"/>
                </a:highlight>
              </a:rPr>
            </a:br>
            <a:r>
              <a:rPr lang="ko-KR" altLang="en-US" dirty="0">
                <a:highlight>
                  <a:srgbClr val="FFFF00"/>
                </a:highlight>
              </a:rPr>
              <a:t>최대한 프리미엄</a:t>
            </a:r>
            <a:br>
              <a:rPr lang="en-US" altLang="ko-KR" dirty="0">
                <a:highlight>
                  <a:srgbClr val="FFFF00"/>
                </a:highlight>
              </a:rPr>
            </a:br>
            <a:r>
              <a:rPr lang="ko-KR" altLang="en-US" dirty="0">
                <a:highlight>
                  <a:srgbClr val="FFFF00"/>
                </a:highlight>
              </a:rPr>
              <a:t>비타민 미백 크림과 어울리게</a:t>
            </a:r>
            <a:br>
              <a:rPr lang="en-US" altLang="ko-KR" dirty="0">
                <a:highlight>
                  <a:srgbClr val="FFFF00"/>
                </a:highlight>
              </a:rPr>
            </a:br>
            <a:r>
              <a:rPr lang="ko-KR" altLang="en-US" dirty="0" err="1">
                <a:highlight>
                  <a:srgbClr val="FFFF00"/>
                </a:highlight>
              </a:rPr>
              <a:t>비싸보이는</a:t>
            </a:r>
            <a:br>
              <a:rPr lang="en-US" altLang="ko-KR" dirty="0">
                <a:highlight>
                  <a:srgbClr val="FFFF00"/>
                </a:highlight>
              </a:rPr>
            </a:br>
            <a:r>
              <a:rPr lang="ko-KR" altLang="en-US" dirty="0">
                <a:highlight>
                  <a:srgbClr val="FFFF00"/>
                </a:highlight>
              </a:rPr>
              <a:t>고급스러운 무드로 </a:t>
            </a:r>
            <a:r>
              <a:rPr lang="ko-KR" altLang="en-US" dirty="0" err="1">
                <a:highlight>
                  <a:srgbClr val="FFFF00"/>
                </a:highlight>
              </a:rPr>
              <a:t>부탁드려요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93424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7749EA38-CFB4-B802-57C3-6D2CE8910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73144" y="509549"/>
            <a:ext cx="4002728" cy="582351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432967A-40F3-6ADB-F31C-A934CD31F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73144" y="6333068"/>
            <a:ext cx="4002728" cy="534951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73E1D29-3249-E98B-C14C-ADABCCF198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22"/>
          <a:stretch>
            <a:fillRect/>
          </a:stretch>
        </p:blipFill>
        <p:spPr>
          <a:xfrm>
            <a:off x="-5000043" y="1555150"/>
            <a:ext cx="5000043" cy="386978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0B8800C-5FA5-D260-B1B8-4EE057466BB4}"/>
              </a:ext>
            </a:extLst>
          </p:cNvPr>
          <p:cNvSpPr/>
          <p:nvPr/>
        </p:nvSpPr>
        <p:spPr>
          <a:xfrm>
            <a:off x="824489" y="816797"/>
            <a:ext cx="5209021" cy="520902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50D147-75EA-AA6C-FE00-4439A48329E3}"/>
              </a:ext>
            </a:extLst>
          </p:cNvPr>
          <p:cNvSpPr txBox="1"/>
          <p:nvPr/>
        </p:nvSpPr>
        <p:spPr>
          <a:xfrm>
            <a:off x="345113" y="140217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사이즈 </a:t>
            </a:r>
            <a:r>
              <a:rPr lang="en-US" altLang="ko-KR" dirty="0">
                <a:highlight>
                  <a:srgbClr val="FFFF00"/>
                </a:highlight>
              </a:rPr>
              <a:t>860X860(</a:t>
            </a:r>
            <a:r>
              <a:rPr lang="en-US" altLang="ko-KR" dirty="0" err="1">
                <a:highlight>
                  <a:srgbClr val="FFFF00"/>
                </a:highlight>
              </a:rPr>
              <a:t>px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09E538C-96E9-143F-8F0D-EAF245A5F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5109" y="540533"/>
            <a:ext cx="714475" cy="552527"/>
          </a:xfrm>
          <a:prstGeom prst="rect">
            <a:avLst/>
          </a:prstGeom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AF86C87-A7B6-17A4-27A7-AB6F998E642A}"/>
              </a:ext>
            </a:extLst>
          </p:cNvPr>
          <p:cNvCxnSpPr>
            <a:cxnSpLocks/>
          </p:cNvCxnSpPr>
          <p:nvPr/>
        </p:nvCxnSpPr>
        <p:spPr>
          <a:xfrm flipH="1">
            <a:off x="3429000" y="1538472"/>
            <a:ext cx="4155599" cy="4935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E142F7A-4014-EE25-3E02-F3FD50D66CBC}"/>
              </a:ext>
            </a:extLst>
          </p:cNvPr>
          <p:cNvSpPr txBox="1"/>
          <p:nvPr/>
        </p:nvSpPr>
        <p:spPr>
          <a:xfrm>
            <a:off x="7584599" y="1353806"/>
            <a:ext cx="2964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‘C’</a:t>
            </a:r>
            <a:r>
              <a:rPr lang="ko-KR" altLang="en-US" dirty="0">
                <a:highlight>
                  <a:srgbClr val="FFFF00"/>
                </a:highlight>
              </a:rPr>
              <a:t>에 빛 요소 추가해 주세요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5BA4F66-F02C-2612-11AD-BA068034B1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39" y="2820488"/>
            <a:ext cx="4785323" cy="2670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394093-8DBC-9E45-FB32-8E865C66C697}"/>
              </a:ext>
            </a:extLst>
          </p:cNvPr>
          <p:cNvSpPr txBox="1"/>
          <p:nvPr/>
        </p:nvSpPr>
        <p:spPr>
          <a:xfrm>
            <a:off x="1539888" y="1276861"/>
            <a:ext cx="3778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드</a:t>
            </a:r>
            <a:r>
              <a:rPr lang="en-US" altLang="ko-KR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r>
              <a:rPr lang="ko-KR" altLang="en-US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디</a:t>
            </a:r>
            <a:r>
              <a:rPr lang="en-US" altLang="ko-KR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r>
              <a:rPr lang="ko-KR" altLang="en-US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어 </a:t>
            </a:r>
            <a:r>
              <a:rPr lang="en-US" altLang="ko-KR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#</a:t>
            </a:r>
            <a:r>
              <a:rPr lang="ko-KR" altLang="en-US" dirty="0" err="1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속기미크림</a:t>
            </a:r>
            <a:r>
              <a:rPr lang="ko-KR" altLang="en-US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출시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8AA01-4556-EEDC-2C34-BE95F5BC5C19}"/>
              </a:ext>
            </a:extLst>
          </p:cNvPr>
          <p:cNvSpPr txBox="1"/>
          <p:nvPr/>
        </p:nvSpPr>
        <p:spPr>
          <a:xfrm>
            <a:off x="1539888" y="1758997"/>
            <a:ext cx="3778222" cy="941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24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멜라</a:t>
            </a:r>
            <a:r>
              <a:rPr lang="en-US" altLang="ko-KR" sz="24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24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소닉 </a:t>
            </a:r>
            <a:r>
              <a:rPr lang="en-US" altLang="ko-KR" sz="24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C-</a:t>
            </a:r>
            <a:r>
              <a:rPr lang="ko-KR" altLang="en-US" sz="2400" dirty="0" err="1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인퓨저</a:t>
            </a:r>
            <a:r>
              <a:rPr lang="ko-KR" altLang="en-US" sz="24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크림</a:t>
            </a:r>
            <a:r>
              <a:rPr lang="en-US" altLang="ko-KR" sz="24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ko-KR" altLang="en-US" sz="280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포토 체험단 모집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68F53B-9278-3937-9ABA-92EF03D20DFB}"/>
              </a:ext>
            </a:extLst>
          </p:cNvPr>
          <p:cNvSpPr txBox="1"/>
          <p:nvPr/>
        </p:nvSpPr>
        <p:spPr>
          <a:xfrm>
            <a:off x="2890230" y="2792134"/>
            <a:ext cx="10775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>
                <a:solidFill>
                  <a:srgbClr val="FDF3DA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4.13 – 4.16</a:t>
            </a:r>
            <a:endParaRPr lang="ko-KR" altLang="en-US" sz="1400" dirty="0">
              <a:solidFill>
                <a:srgbClr val="FDF3DA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14678-69E9-48EC-E95E-3A24C94D1E70}"/>
              </a:ext>
            </a:extLst>
          </p:cNvPr>
          <p:cNvSpPr txBox="1"/>
          <p:nvPr/>
        </p:nvSpPr>
        <p:spPr>
          <a:xfrm>
            <a:off x="919491" y="5544303"/>
            <a:ext cx="52400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rgbClr val="FDF3DA"/>
                </a:solidFill>
              </a:rPr>
              <a:t>MELA-SONIC C-INFUSER CREAM EVENT</a:t>
            </a:r>
            <a:endParaRPr lang="ko-KR" altLang="en-US" sz="1200" dirty="0">
              <a:solidFill>
                <a:srgbClr val="FDF3DA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CF62091-B275-6329-5D4F-56054C96D977}"/>
              </a:ext>
            </a:extLst>
          </p:cNvPr>
          <p:cNvCxnSpPr>
            <a:cxnSpLocks/>
          </p:cNvCxnSpPr>
          <p:nvPr/>
        </p:nvCxnSpPr>
        <p:spPr>
          <a:xfrm flipH="1">
            <a:off x="4668250" y="5071245"/>
            <a:ext cx="2916349" cy="6781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440AB4B-0F9E-EC93-841B-B0C258EFC30A}"/>
              </a:ext>
            </a:extLst>
          </p:cNvPr>
          <p:cNvSpPr txBox="1"/>
          <p:nvPr/>
        </p:nvSpPr>
        <p:spPr>
          <a:xfrm>
            <a:off x="7584599" y="4886579"/>
            <a:ext cx="2331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투명도 </a:t>
            </a:r>
            <a:r>
              <a:rPr lang="en-US" altLang="ko-KR" dirty="0">
                <a:highlight>
                  <a:srgbClr val="FFFF00"/>
                </a:highlight>
              </a:rPr>
              <a:t>30~40% / </a:t>
            </a:r>
            <a:r>
              <a:rPr lang="en-US" altLang="ko-KR" dirty="0" err="1">
                <a:highlight>
                  <a:srgbClr val="FFFF00"/>
                </a:highlight>
              </a:rPr>
              <a:t>lignt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80697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8BD9C-FFCB-3826-39B6-41641EFAB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9E79BFC-49FB-09C9-58D1-C952F14374F1}"/>
              </a:ext>
            </a:extLst>
          </p:cNvPr>
          <p:cNvSpPr/>
          <p:nvPr/>
        </p:nvSpPr>
        <p:spPr>
          <a:xfrm>
            <a:off x="441743" y="706450"/>
            <a:ext cx="5974515" cy="11485550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4AB9A4-F044-2335-7B59-965433DFA3F1}"/>
              </a:ext>
            </a:extLst>
          </p:cNvPr>
          <p:cNvSpPr txBox="1"/>
          <p:nvPr/>
        </p:nvSpPr>
        <p:spPr>
          <a:xfrm>
            <a:off x="345113" y="140217"/>
            <a:ext cx="222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사이즈 </a:t>
            </a:r>
            <a:r>
              <a:rPr lang="en-US" altLang="ko-KR" dirty="0">
                <a:highlight>
                  <a:srgbClr val="FFFF00"/>
                </a:highlight>
              </a:rPr>
              <a:t>860x</a:t>
            </a:r>
            <a:r>
              <a:rPr lang="ko-KR" altLang="en-US" dirty="0">
                <a:highlight>
                  <a:srgbClr val="FFFF00"/>
                </a:highlight>
              </a:rPr>
              <a:t>자유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en-US" altLang="ko-KR" dirty="0" err="1">
                <a:highlight>
                  <a:srgbClr val="FFFF00"/>
                </a:highlight>
              </a:rPr>
              <a:t>px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4E26173-8B56-E18C-97A6-B0A4B281A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73144" y="509549"/>
            <a:ext cx="4002728" cy="582351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8186C8C-CB49-2AA5-BF4E-2EFBD741E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73144" y="6333068"/>
            <a:ext cx="4002728" cy="534951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498B3FA-FE05-C081-3879-C6BB6E1D9E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584"/>
          <a:stretch>
            <a:fillRect/>
          </a:stretch>
        </p:blipFill>
        <p:spPr>
          <a:xfrm>
            <a:off x="-4098388" y="296747"/>
            <a:ext cx="3437988" cy="1159850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46FD17E-A57B-0A63-FB3B-1AC3D9187C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22"/>
          <a:stretch>
            <a:fillRect/>
          </a:stretch>
        </p:blipFill>
        <p:spPr>
          <a:xfrm>
            <a:off x="7281480" y="1216914"/>
            <a:ext cx="8936182" cy="69161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A04FC7-6ED6-7C5F-63D9-4233F284B25E}"/>
              </a:ext>
            </a:extLst>
          </p:cNvPr>
          <p:cNvSpPr txBox="1"/>
          <p:nvPr/>
        </p:nvSpPr>
        <p:spPr>
          <a:xfrm>
            <a:off x="1053097" y="1331753"/>
            <a:ext cx="2616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pc="-12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포토 체험단 참여 방법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217CC-5FE4-B670-9A78-C6502C7B5CB7}"/>
              </a:ext>
            </a:extLst>
          </p:cNvPr>
          <p:cNvSpPr txBox="1"/>
          <p:nvPr/>
        </p:nvSpPr>
        <p:spPr>
          <a:xfrm>
            <a:off x="1053097" y="1966001"/>
            <a:ext cx="31329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pc="-120" dirty="0">
                <a:solidFill>
                  <a:srgbClr val="FDF3DA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STEP 1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｜ </a:t>
            </a:r>
            <a:r>
              <a:rPr lang="ko-KR" altLang="en-US" sz="1600" spc="-120" dirty="0" err="1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트로이아르케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600" spc="-120" dirty="0" err="1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공식몰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회원가입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D846CB-4983-E1BF-AF7F-8EA25C9CAB2E}"/>
              </a:ext>
            </a:extLst>
          </p:cNvPr>
          <p:cNvSpPr txBox="1"/>
          <p:nvPr/>
        </p:nvSpPr>
        <p:spPr>
          <a:xfrm>
            <a:off x="1053097" y="2409174"/>
            <a:ext cx="32303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pc="-120" dirty="0">
                <a:solidFill>
                  <a:srgbClr val="FDF3DA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STEP 2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｜ 기미</a:t>
            </a:r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미백 고민을 댓글로 남기기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2A975B-CF28-0A4F-6B70-47B8C7E5461C}"/>
              </a:ext>
            </a:extLst>
          </p:cNvPr>
          <p:cNvSpPr txBox="1"/>
          <p:nvPr/>
        </p:nvSpPr>
        <p:spPr>
          <a:xfrm>
            <a:off x="1053097" y="2886212"/>
            <a:ext cx="32710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pc="-120" dirty="0">
                <a:solidFill>
                  <a:srgbClr val="FDF3DA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STEP 3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｜ 체험 후 생생한 포토 리뷰</a:t>
            </a:r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남기기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D4BE3F-D966-89A0-AA46-0E8660C1795F}"/>
              </a:ext>
            </a:extLst>
          </p:cNvPr>
          <p:cNvSpPr txBox="1"/>
          <p:nvPr/>
        </p:nvSpPr>
        <p:spPr>
          <a:xfrm>
            <a:off x="1119218" y="4027992"/>
            <a:ext cx="1078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spc="-12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모집 기간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｜ </a:t>
            </a:r>
            <a:endParaRPr lang="ko-KR" altLang="en-US" sz="1600" spc="-120" dirty="0">
              <a:solidFill>
                <a:srgbClr val="FDF3DA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DB3A6A5-DD98-7550-65FD-FB0D4824C9AD}"/>
              </a:ext>
            </a:extLst>
          </p:cNvPr>
          <p:cNvCxnSpPr/>
          <p:nvPr/>
        </p:nvCxnSpPr>
        <p:spPr>
          <a:xfrm>
            <a:off x="824489" y="3691464"/>
            <a:ext cx="5209021" cy="0"/>
          </a:xfrm>
          <a:prstGeom prst="line">
            <a:avLst/>
          </a:prstGeom>
          <a:ln w="3175">
            <a:solidFill>
              <a:srgbClr val="FDF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FC1120E-45A6-6497-806D-8A28220C2347}"/>
              </a:ext>
            </a:extLst>
          </p:cNvPr>
          <p:cNvSpPr txBox="1"/>
          <p:nvPr/>
        </p:nvSpPr>
        <p:spPr>
          <a:xfrm>
            <a:off x="2166652" y="4043381"/>
            <a:ext cx="21717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2026.04.13(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월</a:t>
            </a:r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- 04.16(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목</a:t>
            </a:r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ko-KR" altLang="en-US" sz="1600" spc="-120" dirty="0">
              <a:solidFill>
                <a:srgbClr val="FDF3DA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79CE04-CE9D-9814-A5F6-C33993675121}"/>
              </a:ext>
            </a:extLst>
          </p:cNvPr>
          <p:cNvSpPr txBox="1"/>
          <p:nvPr/>
        </p:nvSpPr>
        <p:spPr>
          <a:xfrm>
            <a:off x="1128399" y="4470037"/>
            <a:ext cx="10445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spc="-12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체험 상품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｜</a:t>
            </a:r>
            <a:endParaRPr lang="ko-KR" altLang="en-US" sz="1600" spc="-120" dirty="0">
              <a:solidFill>
                <a:srgbClr val="FDF3DA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1CC098-4F61-C8F8-67DF-A52E2435A1FA}"/>
              </a:ext>
            </a:extLst>
          </p:cNvPr>
          <p:cNvSpPr txBox="1"/>
          <p:nvPr/>
        </p:nvSpPr>
        <p:spPr>
          <a:xfrm>
            <a:off x="2166652" y="4485426"/>
            <a:ext cx="24089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멜라</a:t>
            </a:r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소닉 </a:t>
            </a:r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C-</a:t>
            </a:r>
            <a:r>
              <a:rPr lang="ko-KR" altLang="en-US" sz="1600" spc="-120" dirty="0" err="1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인퓨저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크림 </a:t>
            </a:r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50ml</a:t>
            </a:r>
            <a:endParaRPr lang="ko-KR" altLang="en-US" sz="1600" spc="-120" dirty="0">
              <a:solidFill>
                <a:srgbClr val="FDF3DA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3CE471-942D-138E-C685-A8F4CB1A8970}"/>
              </a:ext>
            </a:extLst>
          </p:cNvPr>
          <p:cNvSpPr txBox="1"/>
          <p:nvPr/>
        </p:nvSpPr>
        <p:spPr>
          <a:xfrm>
            <a:off x="1128399" y="4927471"/>
            <a:ext cx="10445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spc="-12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체험 인원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｜</a:t>
            </a:r>
            <a:endParaRPr lang="ko-KR" altLang="en-US" sz="1600" spc="-120" dirty="0">
              <a:solidFill>
                <a:srgbClr val="FDF3DA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FD973-92EE-7128-CE10-1D4EA915F29D}"/>
              </a:ext>
            </a:extLst>
          </p:cNvPr>
          <p:cNvSpPr txBox="1"/>
          <p:nvPr/>
        </p:nvSpPr>
        <p:spPr>
          <a:xfrm>
            <a:off x="2166652" y="4942860"/>
            <a:ext cx="452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5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5E3128-4FBB-8F84-6F01-11A24D9EA5F2}"/>
              </a:ext>
            </a:extLst>
          </p:cNvPr>
          <p:cNvSpPr txBox="1"/>
          <p:nvPr/>
        </p:nvSpPr>
        <p:spPr>
          <a:xfrm>
            <a:off x="1142948" y="5417885"/>
            <a:ext cx="12070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spc="-12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당첨자 발표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｜</a:t>
            </a:r>
            <a:endParaRPr lang="ko-KR" altLang="en-US" sz="1600" spc="-120" dirty="0">
              <a:solidFill>
                <a:srgbClr val="FDF3DA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231A0F-B8DE-E060-823C-245AE1A3B611}"/>
              </a:ext>
            </a:extLst>
          </p:cNvPr>
          <p:cNvSpPr txBox="1"/>
          <p:nvPr/>
        </p:nvSpPr>
        <p:spPr>
          <a:xfrm>
            <a:off x="2268297" y="5363611"/>
            <a:ext cx="2436564" cy="706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2026. 04. 17(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금</a:t>
            </a:r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b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본 게시물에 공지 후</a:t>
            </a:r>
            <a:r>
              <a:rPr lang="en-US" altLang="ko-KR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당첨자 개별 연락 예정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3E2513DB-0E9C-8622-7660-D4A90F2C1947}"/>
              </a:ext>
            </a:extLst>
          </p:cNvPr>
          <p:cNvCxnSpPr/>
          <p:nvPr/>
        </p:nvCxnSpPr>
        <p:spPr>
          <a:xfrm>
            <a:off x="812584" y="6333067"/>
            <a:ext cx="5209021" cy="0"/>
          </a:xfrm>
          <a:prstGeom prst="line">
            <a:avLst/>
          </a:prstGeom>
          <a:ln w="3175">
            <a:solidFill>
              <a:srgbClr val="FDF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B08447A-764C-848F-A559-AB4CAAB06FE9}"/>
              </a:ext>
            </a:extLst>
          </p:cNvPr>
          <p:cNvSpPr txBox="1"/>
          <p:nvPr/>
        </p:nvSpPr>
        <p:spPr>
          <a:xfrm>
            <a:off x="1119218" y="6591295"/>
            <a:ext cx="2616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pc="-12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우수 체험단 특별 혜택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2469B6-7B46-F327-D5B8-5BFACB0F5FE9}"/>
              </a:ext>
            </a:extLst>
          </p:cNvPr>
          <p:cNvSpPr txBox="1"/>
          <p:nvPr/>
        </p:nvSpPr>
        <p:spPr>
          <a:xfrm>
            <a:off x="1119218" y="7205143"/>
            <a:ext cx="3854105" cy="659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spc="-14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정성스러운 후기를 </a:t>
            </a:r>
            <a:r>
              <a:rPr lang="ko-KR" altLang="en-US" sz="1600" spc="-140" dirty="0" err="1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남겨주신</a:t>
            </a:r>
            <a:r>
              <a:rPr lang="ko-KR" altLang="en-US" sz="1600" spc="-14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베스트 </a:t>
            </a:r>
            <a:r>
              <a:rPr lang="ko-KR" altLang="en-US" sz="1600" spc="-140" dirty="0" err="1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리뷰어</a:t>
            </a:r>
            <a:r>
              <a:rPr lang="ko-KR" altLang="en-US" sz="1600" spc="-14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1600" spc="-14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1</a:t>
            </a:r>
            <a:r>
              <a:rPr lang="ko-KR" altLang="en-US" sz="1600" spc="-14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분께</a:t>
            </a:r>
            <a:br>
              <a:rPr lang="en-US" altLang="ko-KR" sz="1600" spc="-14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spc="-14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GPS 비타</a:t>
            </a:r>
            <a:r>
              <a:rPr lang="en-US" altLang="ko-KR" sz="1600" spc="-14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-</a:t>
            </a:r>
            <a:r>
              <a:rPr lang="ko-KR" altLang="en-US" sz="1600" spc="-140" dirty="0" err="1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토닝</a:t>
            </a:r>
            <a:r>
              <a:rPr lang="ko-KR" altLang="en-US" sz="1600" spc="-14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마스크 </a:t>
            </a:r>
            <a:r>
              <a:rPr lang="en-US" altLang="ko-KR" sz="1600" spc="-14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(3</a:t>
            </a:r>
            <a:r>
              <a:rPr lang="ko-KR" altLang="en-US" sz="1600" spc="-14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매</a:t>
            </a:r>
            <a:r>
              <a:rPr lang="en-US" altLang="ko-KR" sz="1600" spc="-14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sz="1600" spc="-14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를 선물로 드립니다.</a:t>
            </a: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E364DDD-2E2A-063D-AA37-9EBD025F959C}"/>
              </a:ext>
            </a:extLst>
          </p:cNvPr>
          <p:cNvGrpSpPr/>
          <p:nvPr/>
        </p:nvGrpSpPr>
        <p:grpSpPr>
          <a:xfrm>
            <a:off x="4491161" y="6882888"/>
            <a:ext cx="1473632" cy="1049291"/>
            <a:chOff x="2237514" y="7876628"/>
            <a:chExt cx="3032317" cy="2159143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9DC69008-4107-261C-8370-ACF19128A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7514" y="8295593"/>
              <a:ext cx="1740178" cy="1740178"/>
            </a:xfrm>
            <a:prstGeom prst="rect">
              <a:avLst/>
            </a:prstGeom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508AE1CD-4311-E0CC-D89E-CE0436A6B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9653" y="8295593"/>
              <a:ext cx="1740178" cy="1740178"/>
            </a:xfrm>
            <a:prstGeom prst="rect">
              <a:avLst/>
            </a:prstGeom>
          </p:spPr>
        </p:pic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2236C145-8CFA-CDD0-C95B-B367073A1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33168" y="7876628"/>
              <a:ext cx="1740178" cy="1740178"/>
            </a:xfrm>
            <a:prstGeom prst="rect">
              <a:avLst/>
            </a:prstGeom>
          </p:spPr>
        </p:pic>
      </p:grp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0B91200D-0413-A162-55C5-16150CA1399D}"/>
              </a:ext>
            </a:extLst>
          </p:cNvPr>
          <p:cNvCxnSpPr/>
          <p:nvPr/>
        </p:nvCxnSpPr>
        <p:spPr>
          <a:xfrm>
            <a:off x="868076" y="8453906"/>
            <a:ext cx="5209021" cy="0"/>
          </a:xfrm>
          <a:prstGeom prst="line">
            <a:avLst/>
          </a:prstGeom>
          <a:ln w="3175">
            <a:solidFill>
              <a:srgbClr val="FDF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E697634-C663-2652-8E78-7E90306869FB}"/>
              </a:ext>
            </a:extLst>
          </p:cNvPr>
          <p:cNvSpPr txBox="1"/>
          <p:nvPr/>
        </p:nvSpPr>
        <p:spPr>
          <a:xfrm>
            <a:off x="1142948" y="8700371"/>
            <a:ext cx="1113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spc="-12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체험 기간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｜ </a:t>
            </a:r>
            <a:endParaRPr lang="ko-KR" altLang="en-US" sz="1600" spc="-120" dirty="0">
              <a:solidFill>
                <a:srgbClr val="FDF3DA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331083-C13D-80F2-1941-CB49BC2C56C2}"/>
              </a:ext>
            </a:extLst>
          </p:cNvPr>
          <p:cNvSpPr txBox="1"/>
          <p:nvPr/>
        </p:nvSpPr>
        <p:spPr>
          <a:xfrm>
            <a:off x="2141620" y="8669016"/>
            <a:ext cx="2223044" cy="363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2026.04.20(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월</a:t>
            </a:r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- 04.27(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월</a:t>
            </a:r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ko-KR" altLang="en-US" sz="1600" spc="-120" dirty="0">
              <a:solidFill>
                <a:srgbClr val="FDF3DA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8EE500-9321-6D44-9FD1-F4C87D105C9B}"/>
              </a:ext>
            </a:extLst>
          </p:cNvPr>
          <p:cNvSpPr txBox="1"/>
          <p:nvPr/>
        </p:nvSpPr>
        <p:spPr>
          <a:xfrm>
            <a:off x="1142948" y="9221883"/>
            <a:ext cx="11458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spc="-12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미션 내용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｜ </a:t>
            </a:r>
            <a:endParaRPr lang="ko-KR" altLang="en-US" sz="1600" spc="-120" dirty="0">
              <a:solidFill>
                <a:srgbClr val="FDF3DA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92CCB3-4DE8-D69C-5FD5-E1EBB7402084}"/>
              </a:ext>
            </a:extLst>
          </p:cNvPr>
          <p:cNvSpPr txBox="1"/>
          <p:nvPr/>
        </p:nvSpPr>
        <p:spPr>
          <a:xfrm>
            <a:off x="2141620" y="9190528"/>
            <a:ext cx="3224922" cy="659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멜라</a:t>
            </a:r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소닉 </a:t>
            </a:r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C-</a:t>
            </a:r>
            <a:r>
              <a:rPr lang="ko-KR" altLang="en-US" sz="1600" spc="-120" dirty="0" err="1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인퓨저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크림 사용 전후가 담긴</a:t>
            </a:r>
            <a:endParaRPr lang="en-US" altLang="ko-KR" sz="1600" spc="-120" dirty="0">
              <a:solidFill>
                <a:srgbClr val="FDF3DA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포토 리뷰 작성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F9D3674-907B-2870-91E6-77EF516CD88A}"/>
              </a:ext>
            </a:extLst>
          </p:cNvPr>
          <p:cNvSpPr/>
          <p:nvPr/>
        </p:nvSpPr>
        <p:spPr>
          <a:xfrm>
            <a:off x="1063075" y="10381906"/>
            <a:ext cx="4826889" cy="1310702"/>
          </a:xfrm>
          <a:prstGeom prst="roundRect">
            <a:avLst/>
          </a:prstGeom>
          <a:solidFill>
            <a:srgbClr val="FDF3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20" dirty="0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4A062C5E-E3AC-C5A0-3A78-DF4DF7962A4B}"/>
              </a:ext>
            </a:extLst>
          </p:cNvPr>
          <p:cNvCxnSpPr>
            <a:cxnSpLocks/>
          </p:cNvCxnSpPr>
          <p:nvPr/>
        </p:nvCxnSpPr>
        <p:spPr>
          <a:xfrm>
            <a:off x="2642873" y="10608204"/>
            <a:ext cx="0" cy="953476"/>
          </a:xfrm>
          <a:prstGeom prst="line">
            <a:avLst/>
          </a:prstGeom>
          <a:ln w="3175">
            <a:solidFill>
              <a:srgbClr val="3C27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A858E8B8-6EB5-4C21-A6DA-53E61E420B9F}"/>
              </a:ext>
            </a:extLst>
          </p:cNvPr>
          <p:cNvCxnSpPr>
            <a:cxnSpLocks/>
          </p:cNvCxnSpPr>
          <p:nvPr/>
        </p:nvCxnSpPr>
        <p:spPr>
          <a:xfrm>
            <a:off x="4248145" y="10608204"/>
            <a:ext cx="0" cy="953476"/>
          </a:xfrm>
          <a:prstGeom prst="line">
            <a:avLst/>
          </a:prstGeom>
          <a:ln w="3175">
            <a:solidFill>
              <a:srgbClr val="3C27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1008CC3-1508-C887-FE53-BB7BE78CE170}"/>
              </a:ext>
            </a:extLst>
          </p:cNvPr>
          <p:cNvSpPr txBox="1"/>
          <p:nvPr/>
        </p:nvSpPr>
        <p:spPr>
          <a:xfrm>
            <a:off x="4551752" y="10566781"/>
            <a:ext cx="7050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12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사용 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5CF251-1667-2922-E6A2-2AB7AD3E1D8D}"/>
              </a:ext>
            </a:extLst>
          </p:cNvPr>
          <p:cNvSpPr txBox="1"/>
          <p:nvPr/>
        </p:nvSpPr>
        <p:spPr>
          <a:xfrm>
            <a:off x="1477227" y="10966036"/>
            <a:ext cx="7729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spc="-12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현재 피부</a:t>
            </a:r>
            <a:br>
              <a:rPr lang="en-US" altLang="ko-KR" sz="1400" b="1" spc="-12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400" spc="-12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상태 사진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0E2AE14-FBA3-FB95-9E51-F4F4CEE9DCDE}"/>
              </a:ext>
            </a:extLst>
          </p:cNvPr>
          <p:cNvSpPr txBox="1"/>
          <p:nvPr/>
        </p:nvSpPr>
        <p:spPr>
          <a:xfrm>
            <a:off x="2921225" y="10966036"/>
            <a:ext cx="1053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spc="-12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제품을 직접</a:t>
            </a:r>
            <a:endParaRPr lang="en-US" altLang="ko-KR" sz="1400" b="1" spc="-12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algn="ctr"/>
            <a:r>
              <a:rPr lang="ko-KR" altLang="en-US" sz="1400" spc="-12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사용하는 사진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8895BC-76E1-FFD0-F661-FC1B256F84BC}"/>
              </a:ext>
            </a:extLst>
          </p:cNvPr>
          <p:cNvSpPr txBox="1"/>
          <p:nvPr/>
        </p:nvSpPr>
        <p:spPr>
          <a:xfrm>
            <a:off x="4517768" y="10966036"/>
            <a:ext cx="7729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b="1" spc="-12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변화된</a:t>
            </a:r>
            <a:br>
              <a:rPr lang="en-US" altLang="ko-KR" sz="1400" spc="-12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400" spc="-12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피부 사진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AB0672E-233B-158B-964C-7C10AFF06F31}"/>
              </a:ext>
            </a:extLst>
          </p:cNvPr>
          <p:cNvCxnSpPr>
            <a:cxnSpLocks/>
          </p:cNvCxnSpPr>
          <p:nvPr/>
        </p:nvCxnSpPr>
        <p:spPr>
          <a:xfrm flipH="1">
            <a:off x="1842185" y="1653792"/>
            <a:ext cx="4155599" cy="4935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324DE1F-4D69-E070-5B3B-7877783CB913}"/>
              </a:ext>
            </a:extLst>
          </p:cNvPr>
          <p:cNvSpPr txBox="1"/>
          <p:nvPr/>
        </p:nvSpPr>
        <p:spPr>
          <a:xfrm>
            <a:off x="5997784" y="1469126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｜ 굵기 </a:t>
            </a:r>
            <a:r>
              <a:rPr lang="en-US" altLang="ko-KR" dirty="0">
                <a:highlight>
                  <a:srgbClr val="FFFF00"/>
                </a:highlight>
              </a:rPr>
              <a:t>thin </a:t>
            </a:r>
            <a:r>
              <a:rPr lang="ko-KR" altLang="en-US" dirty="0">
                <a:highlight>
                  <a:srgbClr val="FFFF00"/>
                </a:highlight>
              </a:rPr>
              <a:t>으로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7EEA2C-A0D7-38FC-69F3-8F4B3CBACA0B}"/>
              </a:ext>
            </a:extLst>
          </p:cNvPr>
          <p:cNvSpPr txBox="1"/>
          <p:nvPr/>
        </p:nvSpPr>
        <p:spPr>
          <a:xfrm>
            <a:off x="1203814" y="7862579"/>
            <a:ext cx="1284903" cy="295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정가 </a:t>
            </a:r>
            <a:r>
              <a:rPr lang="en-US" altLang="ko-KR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36,000</a:t>
            </a:r>
            <a:r>
              <a:rPr lang="ko-KR" altLang="en-US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 상당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E0426C4-A89E-77C3-CB6D-4EC1F40C369D}"/>
              </a:ext>
            </a:extLst>
          </p:cNvPr>
          <p:cNvCxnSpPr>
            <a:cxnSpLocks/>
          </p:cNvCxnSpPr>
          <p:nvPr/>
        </p:nvCxnSpPr>
        <p:spPr>
          <a:xfrm flipH="1" flipV="1">
            <a:off x="5633803" y="7941896"/>
            <a:ext cx="2225388" cy="974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306927B-7FAF-3E63-5060-0140295FEEE6}"/>
              </a:ext>
            </a:extLst>
          </p:cNvPr>
          <p:cNvSpPr txBox="1"/>
          <p:nvPr/>
        </p:nvSpPr>
        <p:spPr>
          <a:xfrm>
            <a:off x="6799004" y="9046182"/>
            <a:ext cx="230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굵기 </a:t>
            </a:r>
            <a:r>
              <a:rPr lang="en-US" altLang="ko-KR" dirty="0">
                <a:highlight>
                  <a:srgbClr val="FFFF00"/>
                </a:highlight>
              </a:rPr>
              <a:t>light </a:t>
            </a:r>
            <a:r>
              <a:rPr lang="ko-KR" altLang="en-US" dirty="0">
                <a:highlight>
                  <a:srgbClr val="FFFF00"/>
                </a:highlight>
              </a:rPr>
              <a:t>투명도 </a:t>
            </a:r>
            <a:r>
              <a:rPr lang="en-US" altLang="ko-KR" dirty="0">
                <a:highlight>
                  <a:srgbClr val="FFFF00"/>
                </a:highlight>
              </a:rPr>
              <a:t>70&amp;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267C5F-9449-6078-7462-A66316AB11AD}"/>
              </a:ext>
            </a:extLst>
          </p:cNvPr>
          <p:cNvSpPr txBox="1"/>
          <p:nvPr/>
        </p:nvSpPr>
        <p:spPr>
          <a:xfrm>
            <a:off x="1898090" y="3226751"/>
            <a:ext cx="3082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피부 변화</a:t>
            </a:r>
            <a:r>
              <a:rPr lang="en-US" altLang="ko-KR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(Before &amp; After) </a:t>
            </a:r>
            <a:r>
              <a:rPr lang="ko-KR" altLang="en-US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사진 포함</a:t>
            </a:r>
            <a:r>
              <a:rPr lang="en-US" altLang="ko-KR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3</a:t>
            </a:r>
            <a:r>
              <a:rPr lang="ko-KR" altLang="en-US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 이상 필수 첨부</a:t>
            </a: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681A204-D188-9647-1164-436CD0E065ED}"/>
              </a:ext>
            </a:extLst>
          </p:cNvPr>
          <p:cNvCxnSpPr>
            <a:cxnSpLocks/>
          </p:cNvCxnSpPr>
          <p:nvPr/>
        </p:nvCxnSpPr>
        <p:spPr>
          <a:xfrm flipH="1" flipV="1">
            <a:off x="4188161" y="3373953"/>
            <a:ext cx="2225388" cy="974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3B40071-A6BC-4494-6406-A4EE39BB22CE}"/>
              </a:ext>
            </a:extLst>
          </p:cNvPr>
          <p:cNvSpPr txBox="1"/>
          <p:nvPr/>
        </p:nvSpPr>
        <p:spPr>
          <a:xfrm>
            <a:off x="5353362" y="4478239"/>
            <a:ext cx="230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굵기 </a:t>
            </a:r>
            <a:r>
              <a:rPr lang="en-US" altLang="ko-KR" dirty="0">
                <a:highlight>
                  <a:srgbClr val="FFFF00"/>
                </a:highlight>
              </a:rPr>
              <a:t>light </a:t>
            </a:r>
            <a:r>
              <a:rPr lang="ko-KR" altLang="en-US" dirty="0">
                <a:highlight>
                  <a:srgbClr val="FFFF00"/>
                </a:highlight>
              </a:rPr>
              <a:t>투명도 </a:t>
            </a:r>
            <a:r>
              <a:rPr lang="en-US" altLang="ko-KR" dirty="0">
                <a:highlight>
                  <a:srgbClr val="FFFF00"/>
                </a:highlight>
              </a:rPr>
              <a:t>70&amp;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71CDCE3-5A34-7726-DBD4-CCFEBB761CF8}"/>
              </a:ext>
            </a:extLst>
          </p:cNvPr>
          <p:cNvCxnSpPr>
            <a:cxnSpLocks/>
          </p:cNvCxnSpPr>
          <p:nvPr/>
        </p:nvCxnSpPr>
        <p:spPr>
          <a:xfrm flipH="1" flipV="1">
            <a:off x="4307317" y="5937805"/>
            <a:ext cx="2225388" cy="974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DAEB24C6-1254-F890-C17B-473CC61EA4DE}"/>
              </a:ext>
            </a:extLst>
          </p:cNvPr>
          <p:cNvSpPr txBox="1"/>
          <p:nvPr/>
        </p:nvSpPr>
        <p:spPr>
          <a:xfrm>
            <a:off x="5372277" y="7042091"/>
            <a:ext cx="230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굵기 </a:t>
            </a:r>
            <a:r>
              <a:rPr lang="en-US" altLang="ko-KR" dirty="0">
                <a:highlight>
                  <a:srgbClr val="FFFF00"/>
                </a:highlight>
              </a:rPr>
              <a:t>light </a:t>
            </a:r>
            <a:r>
              <a:rPr lang="ko-KR" altLang="en-US" dirty="0">
                <a:highlight>
                  <a:srgbClr val="FFFF00"/>
                </a:highlight>
              </a:rPr>
              <a:t>투명도 </a:t>
            </a:r>
            <a:r>
              <a:rPr lang="en-US" altLang="ko-KR" dirty="0">
                <a:highlight>
                  <a:srgbClr val="FFFF00"/>
                </a:highlight>
              </a:rPr>
              <a:t>70&amp;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A7803349-CBA3-3817-A083-D8A60481B77D}"/>
              </a:ext>
            </a:extLst>
          </p:cNvPr>
          <p:cNvSpPr/>
          <p:nvPr/>
        </p:nvSpPr>
        <p:spPr>
          <a:xfrm>
            <a:off x="1408911" y="10575946"/>
            <a:ext cx="841285" cy="3132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2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6BA814-DFB5-0904-BDDB-17FEE8210AD4}"/>
              </a:ext>
            </a:extLst>
          </p:cNvPr>
          <p:cNvSpPr txBox="1"/>
          <p:nvPr/>
        </p:nvSpPr>
        <p:spPr>
          <a:xfrm>
            <a:off x="1471818" y="10566781"/>
            <a:ext cx="7050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12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사용 전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2D3395F6-A151-EB08-E5C0-7CB525AA7FF6}"/>
              </a:ext>
            </a:extLst>
          </p:cNvPr>
          <p:cNvSpPr/>
          <p:nvPr/>
        </p:nvSpPr>
        <p:spPr>
          <a:xfrm>
            <a:off x="2997449" y="10575946"/>
            <a:ext cx="841285" cy="3132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2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8460248-D4C0-06E2-7BA6-51C5EAA74E04}"/>
              </a:ext>
            </a:extLst>
          </p:cNvPr>
          <p:cNvSpPr txBox="1"/>
          <p:nvPr/>
        </p:nvSpPr>
        <p:spPr>
          <a:xfrm>
            <a:off x="3043661" y="10566781"/>
            <a:ext cx="7050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12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사용 중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EAC39AAB-8ED3-6BE1-07E1-7EF3C38470AF}"/>
              </a:ext>
            </a:extLst>
          </p:cNvPr>
          <p:cNvSpPr/>
          <p:nvPr/>
        </p:nvSpPr>
        <p:spPr>
          <a:xfrm>
            <a:off x="4517710" y="10575946"/>
            <a:ext cx="841285" cy="31328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12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090D895-47B5-F7CD-47F8-87D9C0262194}"/>
              </a:ext>
            </a:extLst>
          </p:cNvPr>
          <p:cNvSpPr txBox="1"/>
          <p:nvPr/>
        </p:nvSpPr>
        <p:spPr>
          <a:xfrm>
            <a:off x="4559295" y="10566781"/>
            <a:ext cx="737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spc="-12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사용  후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8E93E53-52B2-53FA-56BF-C283CF57E496}"/>
              </a:ext>
            </a:extLst>
          </p:cNvPr>
          <p:cNvSpPr txBox="1"/>
          <p:nvPr/>
        </p:nvSpPr>
        <p:spPr>
          <a:xfrm>
            <a:off x="2184673" y="9862850"/>
            <a:ext cx="30825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피부 변화</a:t>
            </a:r>
            <a:r>
              <a:rPr lang="en-US" altLang="ko-KR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(Before &amp; After) </a:t>
            </a:r>
            <a:r>
              <a:rPr lang="ko-KR" altLang="en-US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사진 포함</a:t>
            </a:r>
            <a:r>
              <a:rPr lang="en-US" altLang="ko-KR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3</a:t>
            </a:r>
            <a:r>
              <a:rPr lang="ko-KR" altLang="en-US" sz="12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 이상 필수 첨부</a:t>
            </a: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7C3D7035-C6B8-58B5-8774-66930FFA39AF}"/>
              </a:ext>
            </a:extLst>
          </p:cNvPr>
          <p:cNvCxnSpPr>
            <a:cxnSpLocks/>
          </p:cNvCxnSpPr>
          <p:nvPr/>
        </p:nvCxnSpPr>
        <p:spPr>
          <a:xfrm flipH="1" flipV="1">
            <a:off x="6113570" y="3722519"/>
            <a:ext cx="2225388" cy="9745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68EFB48-34BA-5CA4-DA50-66E3E650DEE8}"/>
              </a:ext>
            </a:extLst>
          </p:cNvPr>
          <p:cNvSpPr txBox="1"/>
          <p:nvPr/>
        </p:nvSpPr>
        <p:spPr>
          <a:xfrm>
            <a:off x="8141167" y="4558139"/>
            <a:ext cx="13853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가로 선들</a:t>
            </a:r>
            <a:br>
              <a:rPr lang="en-US" altLang="ko-KR" dirty="0">
                <a:highlight>
                  <a:srgbClr val="FFFF00"/>
                </a:highlight>
              </a:rPr>
            </a:br>
            <a:r>
              <a:rPr lang="ko-KR" altLang="en-US" dirty="0">
                <a:highlight>
                  <a:srgbClr val="FFFF00"/>
                </a:highlight>
              </a:rPr>
              <a:t>최대한 얇게</a:t>
            </a:r>
            <a:br>
              <a:rPr lang="en-US" altLang="ko-KR" dirty="0">
                <a:highlight>
                  <a:srgbClr val="FFFF00"/>
                </a:highlight>
              </a:rPr>
            </a:br>
            <a:r>
              <a:rPr lang="en-US" altLang="ko-KR" dirty="0">
                <a:highlight>
                  <a:srgbClr val="FFFF00"/>
                </a:highlight>
              </a:rPr>
              <a:t>(ref </a:t>
            </a:r>
            <a:r>
              <a:rPr lang="ko-KR" altLang="en-US" dirty="0">
                <a:highlight>
                  <a:srgbClr val="FFFF00"/>
                </a:highlight>
              </a:rPr>
              <a:t>참고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52974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F32C1B0-D02B-0C47-2A5A-7C95E690690F}"/>
              </a:ext>
            </a:extLst>
          </p:cNvPr>
          <p:cNvSpPr/>
          <p:nvPr/>
        </p:nvSpPr>
        <p:spPr>
          <a:xfrm>
            <a:off x="824489" y="0"/>
            <a:ext cx="5209021" cy="5190923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669D8A-ECF8-7646-63EB-2D214BCEE619}"/>
              </a:ext>
            </a:extLst>
          </p:cNvPr>
          <p:cNvSpPr txBox="1"/>
          <p:nvPr/>
        </p:nvSpPr>
        <p:spPr>
          <a:xfrm>
            <a:off x="86442" y="5542053"/>
            <a:ext cx="2225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사이즈 </a:t>
            </a:r>
            <a:r>
              <a:rPr lang="en-US" altLang="ko-KR" dirty="0">
                <a:highlight>
                  <a:srgbClr val="FFFF00"/>
                </a:highlight>
              </a:rPr>
              <a:t>860x</a:t>
            </a:r>
            <a:r>
              <a:rPr lang="ko-KR" altLang="en-US" dirty="0">
                <a:highlight>
                  <a:srgbClr val="FFFF00"/>
                </a:highlight>
              </a:rPr>
              <a:t>자유</a:t>
            </a:r>
            <a:r>
              <a:rPr lang="en-US" altLang="ko-KR" dirty="0">
                <a:highlight>
                  <a:srgbClr val="FFFF00"/>
                </a:highlight>
              </a:rPr>
              <a:t>(</a:t>
            </a:r>
            <a:r>
              <a:rPr lang="en-US" altLang="ko-KR" dirty="0" err="1">
                <a:highlight>
                  <a:srgbClr val="FFFF00"/>
                </a:highlight>
              </a:rPr>
              <a:t>px</a:t>
            </a:r>
            <a:r>
              <a:rPr lang="en-US" altLang="ko-KR" dirty="0">
                <a:highlight>
                  <a:srgbClr val="FFFF00"/>
                </a:highlight>
              </a:rPr>
              <a:t>)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CFCE2C-25D0-5262-8AF3-E1FBE7D3A353}"/>
              </a:ext>
            </a:extLst>
          </p:cNvPr>
          <p:cNvSpPr txBox="1"/>
          <p:nvPr/>
        </p:nvSpPr>
        <p:spPr>
          <a:xfrm>
            <a:off x="1016829" y="429451"/>
            <a:ext cx="12413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spc="-12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업로드 사진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｜ </a:t>
            </a:r>
            <a:endParaRPr lang="ko-KR" altLang="en-US" sz="1600" spc="-120" dirty="0">
              <a:solidFill>
                <a:srgbClr val="FDF3DA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8979B-C662-85C3-C0DE-8F82EBFD204E}"/>
              </a:ext>
            </a:extLst>
          </p:cNvPr>
          <p:cNvSpPr txBox="1"/>
          <p:nvPr/>
        </p:nvSpPr>
        <p:spPr>
          <a:xfrm>
            <a:off x="2109533" y="444840"/>
            <a:ext cx="2904000" cy="659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사용 전후 피부 사진과 </a:t>
            </a:r>
            <a:endParaRPr lang="en-US" altLang="ko-KR" sz="1600" spc="-120" dirty="0">
              <a:solidFill>
                <a:srgbClr val="FDF3DA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제품을 사용하는 사진 </a:t>
            </a:r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3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장 필수 업로드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71BE6A-0A32-B71F-CED9-6AA18F560CD2}"/>
              </a:ext>
            </a:extLst>
          </p:cNvPr>
          <p:cNvSpPr txBox="1"/>
          <p:nvPr/>
        </p:nvSpPr>
        <p:spPr>
          <a:xfrm>
            <a:off x="1016829" y="1688522"/>
            <a:ext cx="1760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spc="-12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베스트 </a:t>
            </a:r>
            <a:r>
              <a:rPr lang="ko-KR" altLang="en-US" sz="1600" spc="-120" dirty="0" err="1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리뷰어</a:t>
            </a:r>
            <a:r>
              <a:rPr lang="ko-KR" altLang="en-US" sz="1600" spc="-12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발표 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｜</a:t>
            </a:r>
            <a:endParaRPr lang="ko-KR" altLang="en-US" sz="1600" dirty="0">
              <a:solidFill>
                <a:srgbClr val="FDF3DA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69BED2-D223-2073-C425-CD6D89BB9C22}"/>
              </a:ext>
            </a:extLst>
          </p:cNvPr>
          <p:cNvSpPr txBox="1"/>
          <p:nvPr/>
        </p:nvSpPr>
        <p:spPr>
          <a:xfrm>
            <a:off x="2672241" y="1688522"/>
            <a:ext cx="2340705" cy="659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2026.04.19(</a:t>
            </a:r>
            <a:r>
              <a:rPr lang="ko-KR" altLang="en-US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수</a:t>
            </a:r>
            <a:r>
              <a:rPr lang="en-US" altLang="ko-KR" sz="1600" spc="-12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en-US" altLang="ko-KR" sz="16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16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저녁 </a:t>
            </a:r>
            <a:r>
              <a:rPr lang="en-US" altLang="ko-KR" sz="16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8</a:t>
            </a:r>
            <a:r>
              <a:rPr lang="ko-KR" altLang="en-US" sz="16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시</a:t>
            </a:r>
            <a:br>
              <a:rPr lang="en-US" altLang="ko-KR" sz="16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ko-KR" altLang="en-US" sz="1600" dirty="0" err="1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피부톡</a:t>
            </a:r>
            <a:r>
              <a:rPr lang="ko-KR" altLang="en-US" sz="16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라이브 방송 중 발표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B95C81-116C-D256-1637-AF4B2E882297}"/>
              </a:ext>
            </a:extLst>
          </p:cNvPr>
          <p:cNvSpPr txBox="1"/>
          <p:nvPr/>
        </p:nvSpPr>
        <p:spPr>
          <a:xfrm>
            <a:off x="2109533" y="1155790"/>
            <a:ext cx="34967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</a:t>
            </a:r>
            <a:r>
              <a:rPr lang="ko-KR" altLang="en-US" sz="1100" dirty="0" err="1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사용감</a:t>
            </a:r>
            <a:r>
              <a:rPr lang="ko-KR" altLang="en-US" sz="11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피부 변화에 대한 정성스러운 후기 부탁드립니다 :)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10CF08-5D67-20B1-445F-0D731A9431D5}"/>
              </a:ext>
            </a:extLst>
          </p:cNvPr>
          <p:cNvSpPr txBox="1"/>
          <p:nvPr/>
        </p:nvSpPr>
        <p:spPr>
          <a:xfrm>
            <a:off x="1016829" y="4068935"/>
            <a:ext cx="4862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• </a:t>
            </a:r>
            <a:r>
              <a:rPr lang="ko-KR" altLang="en-US" sz="11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정해진 기한을 준수하지 않을 경우</a:t>
            </a:r>
            <a:r>
              <a:rPr lang="en-US" altLang="ko-KR" sz="11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11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향후 진행되는 이벤트 참여가 제한될 수 있습니다</a:t>
            </a:r>
            <a:r>
              <a:rPr lang="en-US" altLang="ko-KR" sz="11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1100" dirty="0">
              <a:solidFill>
                <a:srgbClr val="FDF3DA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C4C6E6D-6421-16B4-0F11-AD704AC86874}"/>
              </a:ext>
            </a:extLst>
          </p:cNvPr>
          <p:cNvCxnSpPr/>
          <p:nvPr/>
        </p:nvCxnSpPr>
        <p:spPr>
          <a:xfrm>
            <a:off x="860962" y="2472268"/>
            <a:ext cx="5209021" cy="0"/>
          </a:xfrm>
          <a:prstGeom prst="line">
            <a:avLst/>
          </a:prstGeom>
          <a:ln w="3175">
            <a:solidFill>
              <a:srgbClr val="FDF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3CFC09F-F9CE-FCA9-08C0-4F62F89ACB7F}"/>
              </a:ext>
            </a:extLst>
          </p:cNvPr>
          <p:cNvSpPr txBox="1"/>
          <p:nvPr/>
        </p:nvSpPr>
        <p:spPr>
          <a:xfrm>
            <a:off x="1016829" y="2989504"/>
            <a:ext cx="9316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FDF3DA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NOTICE</a:t>
            </a:r>
            <a:endParaRPr lang="ko-KR" altLang="en-US" sz="1600" dirty="0">
              <a:solidFill>
                <a:srgbClr val="FDF3DA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3B5BC8-C9D7-1727-5CB6-93B7CAC89B09}"/>
              </a:ext>
            </a:extLst>
          </p:cNvPr>
          <p:cNvSpPr txBox="1"/>
          <p:nvPr/>
        </p:nvSpPr>
        <p:spPr>
          <a:xfrm>
            <a:off x="1016829" y="3469729"/>
            <a:ext cx="4732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ㆍ체험단</a:t>
            </a:r>
            <a:r>
              <a:rPr lang="ko-KR" altLang="en-US" sz="11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참여 시 등록해주신 사진 및 콘텐츠는 마케팅 목적으로 활용될 수 있습니다</a:t>
            </a:r>
            <a:r>
              <a:rPr lang="en-US" altLang="ko-KR" sz="11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1100" dirty="0">
              <a:solidFill>
                <a:srgbClr val="FDF3DA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982EA0-7514-274A-F62C-9D656A8DC150}"/>
              </a:ext>
            </a:extLst>
          </p:cNvPr>
          <p:cNvSpPr txBox="1"/>
          <p:nvPr/>
        </p:nvSpPr>
        <p:spPr>
          <a:xfrm>
            <a:off x="1016829" y="3769332"/>
            <a:ext cx="39677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ㆍ본</a:t>
            </a:r>
            <a:r>
              <a:rPr lang="ko-KR" altLang="en-US" sz="11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체험단은 기한 내 리뷰 작성이 가능한 분에 한해 참여 가능합니다</a:t>
            </a:r>
            <a:r>
              <a:rPr lang="en-US" altLang="ko-KR" sz="11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1100" dirty="0">
              <a:solidFill>
                <a:srgbClr val="FDF3DA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9158C7-D6B0-5DBE-BAFE-3D796B8AD5A0}"/>
              </a:ext>
            </a:extLst>
          </p:cNvPr>
          <p:cNvSpPr txBox="1"/>
          <p:nvPr/>
        </p:nvSpPr>
        <p:spPr>
          <a:xfrm>
            <a:off x="1016829" y="4368539"/>
            <a:ext cx="47660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ㆍ본</a:t>
            </a:r>
            <a:r>
              <a:rPr lang="ko-KR" altLang="en-US" sz="11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이벤트는 내부 사정에 따라 사전 고지 없이 변경되거나 조기 종료될 수 있습니다</a:t>
            </a:r>
            <a:r>
              <a:rPr lang="en-US" altLang="ko-KR" sz="1100" dirty="0">
                <a:solidFill>
                  <a:srgbClr val="FDF3DA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1100" dirty="0">
              <a:solidFill>
                <a:srgbClr val="FDF3DA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3992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360</TotalTime>
  <Words>481</Words>
  <Application>Microsoft Office PowerPoint</Application>
  <PresentationFormat>와이드스크린</PresentationFormat>
  <Paragraphs>75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Pretendard Light</vt:lpstr>
      <vt:lpstr>Pretendard SemiBold</vt:lpstr>
      <vt:lpstr>나눔스퀘어</vt:lpstr>
      <vt:lpstr>Aptos</vt:lpstr>
      <vt:lpstr>Aptos Display</vt:lpstr>
      <vt:lpstr>Arial</vt:lpstr>
      <vt:lpstr>Office 테마</vt:lpstr>
      <vt:lpstr>신상품 출시 이벤트 이미지 제작 요청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은우 김</dc:creator>
  <cp:lastModifiedBy>지후 김</cp:lastModifiedBy>
  <cp:revision>75</cp:revision>
  <dcterms:created xsi:type="dcterms:W3CDTF">2026-04-06T06:00:05Z</dcterms:created>
  <dcterms:modified xsi:type="dcterms:W3CDTF">2026-04-07T04:59:38Z</dcterms:modified>
</cp:coreProperties>
</file>